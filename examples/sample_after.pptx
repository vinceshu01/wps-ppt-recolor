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1B3A5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21</c:v>
                </c:pt>
                <c:pt idx="3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8064A2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24</c:v>
                </c:pt>
                <c:pt idx="2">
                  <c:v>19</c:v>
                </c:pt>
                <c:pt idx="3">
                  <c:v>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 title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3A5C"/>
                </a:solidFill>
              </a:rPr>
              <a:t>Quarterly Business Review</a:t>
            </a:r>
          </a:p>
        </p:txBody>
      </p:sp>
      <p:sp>
        <p:nvSpPr>
          <p:cNvPr id="4" name="Deck subtitle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8B8B"/>
                </a:solidFill>
              </a:rPr>
              <a:t>Sample deck — synthetic data, no real figures</a:t>
            </a:r>
          </a:p>
        </p:txBody>
      </p:sp>
    </p:spTree>
  </p:cSld>
  <p:clrMapOvr>
    <a:masterClrMapping/>
  </p:clrMapOvr>
</p:sld>
</file>

<file path=ppt/slides/slide2.xml><?xml version="1.0" encoding="utf-8"?>
<sld xmlns="http://schemas.openxmlformats.org/presentationml/2006/main" xmlns:a="http://schemas.openxmlformats.org/drawingml/2006/main">
  <cSld>
    <spTree>
      <nvGrpSpPr>
        <cNvPr id="1" name=""/>
        <cNvGrpSpPr/>
        <nvPr/>
      </nvGrpSpPr>
      <grpSpPr/>
      <sp>
        <nvSpPr>
          <cNvPr id="2" name="Section title"/>
          <cNvSpPr txBox="1"/>
          <nvPr/>
        </nvSpPr>
        <spPr>
          <a:xfrm>
            <a:off x="731520" y="457200"/>
            <a:ext cx="10698480" cy="822960"/>
          </a:xfrm>
          <a:prstGeom prst="rect">
            <a:avLst/>
          </a:prstGeom>
          <a:noFill/>
        </spPr>
        <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Performance overview</a:t>
            </a:r>
          </a:p>
        </txBody>
      </sp>
      <sp>
        <nvSpPr>
          <cNvPr id="3" name="KPI Revenue"/>
          <cNvSpPr/>
          <nvPr/>
        </nvSpPr>
        <spPr>
          <a:xfrm>
            <a:off x="731520" y="1554480"/>
            <a:ext cx="3383280" cy="1463040"/>
          </a:xfrm>
          <a:prstGeom prst="roundRect">
            <a:avLst/>
          </a:prstGeom>
          <a:solidFill>
            <a:srgbClr val="1B3A5C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12.4M</a:t>
            </a:r>
          </a:p>
          <a:p>
            <a:r>
              <a:rPr sz="1200" b="0">
                <a:solidFill>
                  <a:srgbClr val="FFFFFF"/>
                </a:solidFill>
              </a:rPr>
              <a:t>Revenue</a:t>
            </a:r>
          </a:p>
        </txBody>
      </sp>
      <sp>
        <nvSpPr>
          <cNvPr id="4" name="KPI Margin"/>
          <cNvSpPr/>
          <nvPr/>
        </nvSpPr>
        <spPr>
          <a:xfrm>
            <a:off x="4389120" y="1554480"/>
            <a:ext cx="3383280" cy="1463040"/>
          </a:xfrm>
          <a:prstGeom prst="roundRect">
            <a:avLst/>
          </a:prstGeom>
          <a:solidFill>
            <a:srgbClr val="2E8B8B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31%</a:t>
            </a:r>
          </a:p>
          <a:p>
            <a:r>
              <a:rPr sz="1200" b="0">
                <a:solidFill>
                  <a:srgbClr val="FFFFFF"/>
                </a:solidFill>
              </a:rPr>
              <a:t>Margin</a:t>
            </a:r>
          </a:p>
        </txBody>
      </sp>
      <sp>
        <nvSpPr>
          <cNvPr id="5" name="KPI Churn"/>
          <cNvSpPr/>
          <nvPr/>
        </nvSpPr>
        <spPr>
          <a:xfrm>
            <a:off x="8046720" y="1554480"/>
            <a:ext cx="3383280" cy="1463040"/>
          </a:xfrm>
          <a:prstGeom prst="roundRect">
            <a:avLst/>
          </a:prstGeom>
          <a:solidFill>
            <a:srgbClr val="EDF1F5"/>
          </a:solidFill>
          <a:ln>
            <a:noFill/>
          </a:ln>
        </spPr>
        <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2.1%</a:t>
            </a:r>
          </a:p>
          <a:p>
            <a:r>
              <a:rPr sz="1200" b="0">
                <a:solidFill>
                  <a:srgbClr val="FFFFFF"/>
                </a:solidFill>
              </a:rPr>
              <a:t>Churn</a:t>
            </a:r>
          </a:p>
        </txBody>
      </sp>
      <sp>
        <nvSpPr>
          <cNvPr id="6" name="Diagram caption"/>
          <cNvSpPr txBox="1"/>
          <nvPr/>
        </nvSpPr>
        <spPr>
          <a:xfrm>
            <a:off x="731520" y="3291840"/>
            <a:ext cx="10698480" cy="640080"/>
          </a:xfrm>
          <a:prstGeom prst="rect">
            <a:avLst/>
          </a:prstGeom>
          <a:noFill/>
        </spPr>
        <txBody>
          <a:bodyPr wrap="none">
            <a:spAutoFit/>
          </a:bodyPr>
          <a:lstStyle/>
          <a:p>
            <a:r>
              <a:rPr sz="1400">
                <a:solidFill>
                  <a:srgbClr val="12283F"/>
                </a:solidFill>
              </a:rPr>
              <a:t>Value chain — pasted from a vendor template</a:t>
            </a:r>
          </a:p>
        </txBody>
      </sp>
      <grpSp>
        <nvGrpSpPr>
          <cNvPr id="112" name="Vendor diagram (pasted)"/>
          <cNvGrpSpPr/>
          <nvPr/>
        </nvGrpSpPr>
        <grpSpPr>
          <a:xfrm>
            <a:off x="822960" y="4297680" cx="822960" cy="4297680"/>
            <a:ext x="12070080" y="1280160" cx="12070080" cy="1280160"/>
            <a:chOff x="822960" y="4297680" cx="822960" cy="4297680"/>
            <a:chExt x="12070080" y="1280160" cx="12070080" cy="1280160"/>
          </a:xfrm>
        </grpSpPr>
        <sp>
          <nvSpPr>
            <cNvPr id="7" name="Vendor node 0"/>
            <cNvSpPr/>
            <nvPr/>
          </nvSpPr>
          <spPr>
            <a:xfrm>
              <a:off x="822960" y="4297680"/>
              <a:ext cx="1554480" cy="1280160"/>
            </a:xfrm>
            <a:prstGeom prst="ellipse">
              <a:avLst/>
            </a:prstGeom>
            <a:solidFill>
              <a:srgbClr val="21446B"/>
            </a:solidFill>
            <a:ln w="19050">
              <a:solidFill>
                <a:srgbClr val="091420"/>
              </a:solidFill>
            </a:ln>
          </spPr>
          <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style>
          <txBody>
            <a:bodyPr rtlCol="0" anchor="ctr"/>
            <a:lstStyle/>
            <a:p>
              <a:pPr algn="ctr"/>
            </a:p>
          </txBody>
        </sp>
        <sp>
          <nvSpPr>
            <cNvPr id="8" name="Vendor node 1"/>
            <cNvSpPr/>
            <nvPr/>
          </nvSpPr>
          <spPr>
            <a:xfrm>
              <a:off x="2926079" y="4297680"/>
              <a:ext cx="1554480" cy="1280160"/>
            </a:xfrm>
            <a:prstGeom prst="ellipse">
              <a:avLst/>
            </a:prstGeom>
            <a:solidFill>
              <a:srgbClr val="8064A2"/>
            </a:solidFill>
            <a:ln w="19050">
              <a:solidFill>
                <a:srgbClr val="091420"/>
              </a:solidFill>
            </a:ln>
          </spPr>
          <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style>
          <txBody>
            <a:bodyPr rtlCol="0" anchor="ctr"/>
            <a:lstStyle/>
            <a:p>
              <a:pPr algn="ctr"/>
            </a:p>
          </txBody>
        </sp>
        <sp>
          <nvSpPr>
            <cNvPr id="9" name="Vendor node 2"/>
            <cNvSpPr/>
            <nvPr/>
          </nvSpPr>
          <spPr>
            <a:xfrm>
              <a:off x="5029200" y="4297680"/>
              <a:ext cx="1554480" cy="1280160"/>
            </a:xfrm>
            <a:prstGeom prst="ellipse">
              <a:avLst/>
            </a:prstGeom>
            <a:solidFill>
              <a:srgbClr val="2E8B8B"/>
            </a:solidFill>
            <a:ln w="19050">
              <a:solidFill>
                <a:srgbClr val="091420"/>
              </a:solidFill>
            </a:ln>
          </spPr>
          <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style>
          <txBody>
            <a:bodyPr rtlCol="0" anchor="ctr"/>
            <a:lstStyle/>
            <a:p>
              <a:pPr algn="ctr"/>
            </a:p>
          </txBody>
        </sp>
        <sp>
          <nvSpPr>
            <cNvPr id="10" name="Vendor node 3"/>
            <cNvSpPr/>
            <nvPr/>
          </nvSpPr>
          <spPr>
            <a:xfrm>
              <a:off x="7132320" y="4297680"/>
              <a:ext cx="1554480" cy="1280160"/>
            </a:xfrm>
            <a:prstGeom prst="ellipse">
              <a:avLst/>
            </a:prstGeom>
            <a:solidFill>
              <a:srgbClr val="244E7B"/>
            </a:solidFill>
            <a:ln w="19050">
              <a:solidFill>
                <a:srgbClr val="091420"/>
              </a:solidFill>
            </a:ln>
          </spPr>
          <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style>
          <txBody>
            <a:bodyPr rtlCol="0" anchor="ctr"/>
            <a:lstStyle/>
            <a:p>
              <a:pPr algn="ctr"/>
            </a:p>
          </txBody>
        </sp>
        <sp>
          <nvSpPr>
            <cNvPr id="11" name="Vendor node 4"/>
            <cNvSpPr/>
            <nvPr/>
          </nvSpPr>
          <spPr>
            <a:xfrm>
              <a:off x="9235440" y="4297680"/>
              <a:ext cx="1554480" cy="1280160"/>
            </a:xfrm>
            <a:prstGeom prst="ellipse">
              <a:avLst/>
            </a:prstGeom>
            <a:solidFill>
              <a:srgbClr val="264B73"/>
            </a:solidFill>
            <a:ln w="19050">
              <a:solidFill>
                <a:srgbClr val="091420"/>
              </a:solidFill>
            </a:ln>
          </spPr>
          <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style>
          <txBody>
            <a:bodyPr rtlCol="0" anchor="ctr"/>
            <a:lstStyle/>
            <a:p>
              <a:pPr algn="ctr"/>
            </a:p>
          </txBody>
        </sp>
        <sp>
          <nvSpPr>
            <cNvPr id="12" name="Vendor arrow"/>
            <cNvSpPr/>
            <nvPr/>
          </nvSpPr>
          <spPr>
            <a:xfrm>
              <a:off x="11338560" y="4297680"/>
              <a:ext cx="1554480" cy="1280160"/>
            </a:xfrm>
            <a:prstGeom prst="chevron">
              <a:avLst/>
            </a:prstGeom>
            <a:gradFill rotWithShape="1">
              <a:gsLst>
                <a:gs pos="0">
                  <a:srgbClr val="3878BF"/>
                </a:gs>
                <a:gs pos="100000">
                  <a:srgbClr val="73A3D6"/>
                </a:gs>
              </a:gsLst>
              <a:lin scaled="0"/>
            </a:gradFill>
            <a:ln>
              <a:noFill/>
            </a:ln>
          </spPr>
          <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style>
          <txBody>
            <a:bodyPr rtlCol="0" anchor="ctr"/>
            <a:lstStyle/>
            <a:p>
              <a:pPr algn="ctr"/>
            </a:p>
          </txBody>
        </sp>
      </grpSp>
    </spTree>
  </cSld>
  <clrMapOvr>
    <a:masterClrMapping/>
  </clrMapOvr>
</sld>
</file>

<file path=ppt/slides/slide3.xml><?xml version="1.0" encoding="utf-8"?>
<sld xmlns="http://schemas.openxmlformats.org/presentationml/2006/main" xmlns:a="http://schemas.openxmlformats.org/drawingml/2006/main" xmlns:c="http://schemas.openxmlformats.org/drawingml/2006/chart" xmlns:r="http://schemas.openxmlformats.org/officeDocument/2006/relationships">
  <cSld>
    <spTree>
      <nvGrpSpPr>
        <cNvPr id="1" name=""/>
        <cNvGrpSpPr/>
        <nvPr/>
      </nvGrpSpPr>
      <grpSpPr/>
      <sp>
        <nvSpPr>
          <cNvPr id="2" name="Section title"/>
          <cNvSpPr txBox="1"/>
          <nvPr/>
        </nvSpPr>
        <spPr>
          <a:xfrm>
            <a:off x="731520" y="457200"/>
            <a:ext cx="10698480" cy="822960"/>
          </a:xfrm>
          <a:prstGeom prst="rect">
            <a:avLst/>
          </a:prstGeom>
          <a:noFill/>
        </spPr>
        <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Plan versus actual</a:t>
            </a:r>
          </a:p>
        </txBody>
      </sp>
      <graphicFrame>
        <nvGraphicFramePr>
          <cNvPr id="3" name="Vendor chart"/>
          <cNvGraphicFramePr>
            <a:graphicFrameLocks noGrp="1"/>
          </cNvGraphicFramePr>
          <nvPr/>
        </nvGraphicFramePr>
        <xfrm>
          <a:off x="822960" y="1554480"/>
          <a:ext cx="10515600" cy="4206240"/>
        </xfrm>
        <a:graphic>
          <a:graphicData uri="http://schemas.openxmlformats.org/drawingml/2006/chart">
            <c:chart r:id="rId2"/>
          </a:graphicData>
        </a:graphic>
      </graphicFrame>
    </spTree>
  </cSld>
  <clrMapOvr>
    <a:masterClrMapping/>
  </clrMapOvr>
</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